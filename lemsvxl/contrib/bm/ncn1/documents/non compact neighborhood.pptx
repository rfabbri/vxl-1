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1" d="100"/>
          <a:sy n="131" d="100"/>
        </p:scale>
        <p:origin x="-2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Non Compact Neighborhood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Brandon A. Mayer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90600" y="1752600"/>
            <a:ext cx="914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43000" y="1905000"/>
            <a:ext cx="914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295400" y="2057400"/>
            <a:ext cx="914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447800" y="2209800"/>
            <a:ext cx="914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video sequence</a:t>
            </a:r>
            <a:endParaRPr lang="en-US" sz="1400" dirty="0"/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209800" y="22098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048000" y="1905000"/>
            <a:ext cx="11430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Temporal entropy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191000" y="22098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029200" y="1828800"/>
            <a:ext cx="11430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Sample pivot pixels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172200" y="22098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010400" y="1828800"/>
            <a:ext cx="15240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 neighborhood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</Words>
  <Application>Microsoft Office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Non Compact Neighborhood</vt:lpstr>
      <vt:lpstr>Overview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Compact Neighborhood</dc:title>
  <dc:creator>bm</dc:creator>
  <cp:lastModifiedBy>bm</cp:lastModifiedBy>
  <cp:revision>4</cp:revision>
  <dcterms:created xsi:type="dcterms:W3CDTF">2006-08-16T00:00:00Z</dcterms:created>
  <dcterms:modified xsi:type="dcterms:W3CDTF">2010-06-28T20:13:32Z</dcterms:modified>
</cp:coreProperties>
</file>